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E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2294403" cy="6035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97680" y="411480"/>
            <a:ext cx="749807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FFFFFF"/>
                </a:solidFill>
              </a:rPr>
              <a:t>Production Platform — Year-One Budget (50k members)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91672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63840"/>
                <a:gridCol w="3227832"/>
              </a:tblGrid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Bucket</a:t>
                      </a:r>
                    </a:p>
                  </a:txBody>
                  <a:tcPr>
                    <a:solidFill>
                      <a:srgbClr val="0A7B7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Year-one (USD)</a:t>
                      </a:r>
                    </a:p>
                  </a:txBody>
                  <a:tcPr>
                    <a:solidFill>
                      <a:srgbClr val="0A7B7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Infra build-out / setup (Tier B, AWS af-south-1)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$30k - $70k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Infra run-rate  (~$2k-$3k/mo x 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$24k - $36k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SOC 2 + ISO 27001 + penetration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$40k - $90k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DevOps / SRE  (~$2k-$6k/mo x 12)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$24k - $72k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E2A2A"/>
                          </a:solidFill>
                          <a:latin typeface="Calibri"/>
                        </a:rPr>
                        <a:t>SUBTOTAL  (excl. variable comms &amp; payments)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E2A2A"/>
                          </a:solidFill>
                          <a:latin typeface="Calibri"/>
                        </a:rPr>
                        <a:t>$118k - $268k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Variable comms (WhatsApp/SMS/USSD) +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223333"/>
                          </a:solidFill>
                          <a:latin typeface="Calibri"/>
                        </a:rPr>
                        <a:t>$18k - $130k+  (usage)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4360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i="1">
                <a:solidFill>
                  <a:srgbClr val="556666"/>
                </a:solidFill>
              </a:rPr>
              <a:t>Planning-grade estimates. At 50k, servers are the small part — setup, compliance, people and per-message comms drive the budget. Destination: AWS af-south-1 (African residency + SOC 2 fit). Comms line is highly sensitive to USSD billing model &amp; WhatsApp template mix.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